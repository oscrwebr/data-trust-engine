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A20A-EF0B-05F6-3AAE-5FAC93416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FFCF6-9D7B-B0F0-1514-29CA11130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BF5D1-1D02-AB93-7DF9-8BBB9F6B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5677-C65D-4EFB-B11E-946D10DD346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C3680-6339-A734-512D-211EC3504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BFAC4-028C-125F-CD4E-6204ECD2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CA63-3FBF-437A-A70E-15664C2AB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710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5C573-B2F0-1D9E-8883-09DD8653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EFAE4-F090-9C7B-AE97-6B39C4305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56944-7325-5F7C-2250-084EDB4FD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5677-C65D-4EFB-B11E-946D10DD346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9625C-004A-8148-1251-15ACEFFBE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BD02-D9E2-C166-28A4-04A1BF1D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CA63-3FBF-437A-A70E-15664C2AB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120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07806-081F-5D0E-3067-27158746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4ED72-AFC1-C032-C7B7-521CAE252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6FAF5-DFBE-1EEF-B625-3206AA99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5677-C65D-4EFB-B11E-946D10DD346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38782-893F-D463-791A-816501983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9DED0-079D-476A-E3D1-A65ACAF7D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CA63-3FBF-437A-A70E-15664C2AB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720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6CBD5-321E-0FA1-C411-A44751AE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F9014-E1E9-5AC0-9800-E21E8E572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2AACA-340F-AF71-8D91-27DD77C1B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7811A-8B69-27EE-1827-082919B2A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5677-C65D-4EFB-B11E-946D10DD346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39D2B-02B3-E155-9448-E15FE4760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7E906-C915-B74D-214F-5D0ACC56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CA63-3FBF-437A-A70E-15664C2AB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803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FFB1D-54B8-AB79-096F-CB0AFD43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73ECF-53BD-7282-696D-36E64E393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46F7C-9D0B-EADD-C2EC-E527BDB5E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32C55-6690-1C10-EFD4-A65BE0FA7F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1130A-6D6C-728A-72C2-CBB761CBC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19EBE0-4CB2-832F-2235-EA44301D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5677-C65D-4EFB-B11E-946D10DD346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569A9-0FC9-4406-B5E9-231CC7ED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B6DBC6-A409-E0EB-4A6C-C19DBE81D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CA63-3FBF-437A-A70E-15664C2AB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51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FE219-3162-6982-E9D3-9FEA3599D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14F029-C0E2-DD2B-2C70-E255CA8DD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5677-C65D-4EFB-B11E-946D10DD346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22222-6709-1F68-6FA7-0AFB760AA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7571F-EF91-003A-2ED1-B2DB949F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CA63-3FBF-437A-A70E-15664C2AB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028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6FA9B-8FA9-CE8A-9627-8C6901299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5677-C65D-4EFB-B11E-946D10DD346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997877-AB4E-7D97-B4F0-FFADB8D2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D838B-7859-F712-C547-C9565662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CA63-3FBF-437A-A70E-15664C2AB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645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BD959-02BC-32D2-B15C-DA080248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C60DF-C5A9-2DD0-10F0-986170E51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29330-ADC2-6F17-0C54-A0AA77B24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F5322-DD76-EE03-8E33-BD780C662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5677-C65D-4EFB-B11E-946D10DD346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2EEC5-C9D5-E1AE-4D54-6E97605F6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D64E0-FDF5-83EC-CF6F-EE2CC6CE5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CA63-3FBF-437A-A70E-15664C2AB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34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A586-93CD-4AAE-33F2-D727C40F6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61D1D-14C1-1B63-EB59-769A5607A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90929-E606-3A52-BB58-13CE466A6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8056A-91D8-A53E-10C5-896E2ACDF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5677-C65D-4EFB-B11E-946D10DD346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82BC3-E3C9-E452-22D8-DAF80D310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24522-0DAC-7E89-48A0-741DC775B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CA63-3FBF-437A-A70E-15664C2AB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92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2FCB9-3D89-6399-57C9-8E1A28DA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459BA-0858-6868-13D1-1D31E6199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A307B-18A7-E2D4-BE48-DF15BA815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5677-C65D-4EFB-B11E-946D10DD346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CE63-7CA5-2473-E31E-008480AC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1D2E6-2E00-6B70-5928-3E7758A7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CA63-3FBF-437A-A70E-15664C2AB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263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2E9D6-E4FF-93DC-A5E6-66A23F977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1A735-8363-DDCF-9245-185A5EE46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DF92F-68F9-6C8B-7ACB-EF7B8FD9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85677-C65D-4EFB-B11E-946D10DD346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B9577-C59F-C5C9-6306-4D2BB64C7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F2787-8483-59D0-8F26-B6A012F6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CA63-3FBF-437A-A70E-15664C2AB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676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E5D990-5479-3152-8889-3784BDA29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72846-11C3-55D0-D2A3-C9FD2B9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F1480-F90E-51F8-4CDA-79EF28751B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85677-C65D-4EFB-B11E-946D10DD346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27E7D-B7D3-B144-D1D4-4AD4EC66E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0FB0B-54C2-6B59-24FA-CE37EA232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5CA63-3FBF-437A-A70E-15664C2AB0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4F2A8-3B7C-7FDC-34F6-AA69A2B25F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Sample </a:t>
            </a:r>
            <a:r>
              <a:rPr lang="en-GB" dirty="0" err="1"/>
              <a:t>Powerpoint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2EB747-0DE3-98EF-D073-ECDEF516FA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Page 1</a:t>
            </a:r>
          </a:p>
        </p:txBody>
      </p:sp>
    </p:spTree>
    <p:extLst>
      <p:ext uri="{BB962C8B-B14F-4D97-AF65-F5344CB8AC3E}">
        <p14:creationId xmlns:p14="http://schemas.microsoft.com/office/powerpoint/2010/main" val="241639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83CF-60D4-8026-DB6A-07358E4D2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B58FE-4DF6-5435-FCA5-19440BF81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sample email for this sample </a:t>
            </a:r>
            <a:r>
              <a:rPr lang="en-GB" dirty="0" err="1"/>
              <a:t>powerpoint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/>
              <a:t>john.smith@example.com</a:t>
            </a:r>
          </a:p>
        </p:txBody>
      </p:sp>
    </p:spTree>
    <p:extLst>
      <p:ext uri="{BB962C8B-B14F-4D97-AF65-F5344CB8AC3E}">
        <p14:creationId xmlns:p14="http://schemas.microsoft.com/office/powerpoint/2010/main" val="332490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9603-8B86-1F57-900E-BFCF8E883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Sample phone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53BC-6F69-9F27-D9BA-F554012FD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GB" dirty="0"/>
              <a:t>The sample phone number in use:</a:t>
            </a:r>
          </a:p>
          <a:p>
            <a:pPr>
              <a:buFontTx/>
              <a:buChar char="-"/>
            </a:pPr>
            <a:r>
              <a:rPr lang="en-GB" dirty="0"/>
              <a:t>12 3456 7890</a:t>
            </a:r>
          </a:p>
        </p:txBody>
      </p:sp>
    </p:spTree>
    <p:extLst>
      <p:ext uri="{BB962C8B-B14F-4D97-AF65-F5344CB8AC3E}">
        <p14:creationId xmlns:p14="http://schemas.microsoft.com/office/powerpoint/2010/main" val="973668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Sample Powerpoint</vt:lpstr>
      <vt:lpstr>Sample details</vt:lpstr>
      <vt:lpstr>Sample phone number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Szymon Wodkiewicz</dc:creator>
  <cp:lastModifiedBy>Szymon Wodkiewicz</cp:lastModifiedBy>
  <cp:revision>1</cp:revision>
  <dcterms:created xsi:type="dcterms:W3CDTF">2026-04-17T13:53:37Z</dcterms:created>
  <dcterms:modified xsi:type="dcterms:W3CDTF">2026-04-17T13:56:41Z</dcterms:modified>
</cp:coreProperties>
</file>